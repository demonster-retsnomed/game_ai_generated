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D:\claude_ai_game\presentation\robot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0"/>
            <a:ext cx="633679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/>
        </p:spPr>
      </p:sp>
      <p:sp>
        <p:nvSpPr>
          <p:cNvPr id="5" name="Text 2"/>
          <p:cNvSpPr/>
          <p:nvPr/>
        </p:nvSpPr>
        <p:spPr>
          <a:xfrm>
            <a:off x="640080" y="12801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EA5E9"/>
                </a:solidFill>
              </a:rPr>
              <a:t>工作汇报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PROGRESS REPORT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16459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机器人系统  ·  AI游戏开发  ·  Claude Code 应用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9377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937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📅  2025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68880" y="49377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0" y="4937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👤  Kenny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49377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0" y="49377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🏢  ATT Group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Proprietary &amp; Confidential — ATT Group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D:\claude_ai_game\presentation\robot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0"/>
            <a:ext cx="597103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EA5E9"/>
                </a:solidFill>
              </a:rPr>
              <a:t>01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475569"/>
                </a:solidFill>
              </a:rPr>
              <a:t>PART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10972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291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机器人系统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Robot System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✅  已完成 — 机器人基础功能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Robot System — Completed Milestones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490472"/>
            <a:ext cx="475488" cy="475488"/>
          </a:xfrm>
          <a:prstGeom prst="ellipse">
            <a:avLst/>
          </a:prstGeom>
          <a:solidFill>
            <a:srgbClr val="16A34A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447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接线排查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75564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发现并纠正 PCB 接线错误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34640" y="14356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 完成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907792"/>
            <a:ext cx="475488" cy="475488"/>
          </a:xfrm>
          <a:prstGeom prst="ellipse">
            <a:avLst/>
          </a:prstGeom>
          <a:solidFill>
            <a:srgbClr val="16A34A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620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基础运动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17296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正常行驶，响应控制指令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34640" y="285292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 完成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4325112"/>
            <a:ext cx="475488" cy="475488"/>
          </a:xfrm>
          <a:prstGeom prst="ellipse">
            <a:avLst/>
          </a:prstGeom>
          <a:solidFill>
            <a:srgbClr val="16A34A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2793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42976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地图探测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459028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扫描环境并建立 SLAM 地图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34640" y="427024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 完成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0" y="132588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5072" y="1490472"/>
            <a:ext cx="475488" cy="475488"/>
          </a:xfrm>
          <a:prstGeom prst="ellipse">
            <a:avLst/>
          </a:prstGeom>
          <a:solidFill>
            <a:srgbClr val="16A34A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977640" y="14447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1463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自主导航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175564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A→B 路径规划，自主到达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14356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 完成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0" y="274320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05072" y="2907792"/>
            <a:ext cx="475488" cy="475488"/>
          </a:xfrm>
          <a:prstGeom prst="ellipse">
            <a:avLst/>
          </a:prstGeom>
          <a:solidFill>
            <a:srgbClr val="16A34A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977640" y="28620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0" y="28803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WiFi 远控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317296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同热点下正常通信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285292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 完成</a:t>
            </a:r>
            <a:endParaRPr lang="en-US" sz="800" dirty="0"/>
          </a:p>
        </p:txBody>
      </p:sp>
      <p:pic>
        <p:nvPicPr>
          <p:cNvPr id="36" name="Image 0" descr="D:\claude_ai_game\presentation\robot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731520"/>
            <a:ext cx="4846320" cy="566928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Proprietary &amp; Confidential — ATT Group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⚠️  当前问题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显示屏短路 — 机器人暂时无法远程操控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01368"/>
            <a:ext cx="502920" cy="502920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64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554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起因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85623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封装时两块 PCB 金属背板背靠背接触，导致显示屏短路黑屏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64408"/>
            <a:ext cx="502920" cy="502920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227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影响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31927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无法进入设置界面配置 WiFi 热点，目前无法远程操控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727448"/>
            <a:ext cx="502920" cy="502920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690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4805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教训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478231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金属背板之间必须加绝缘隔层，封装前检查各部件绝缘状态</a:t>
            </a:r>
            <a:endParaRPr lang="en-US" sz="950" dirty="0"/>
          </a:p>
        </p:txBody>
      </p:sp>
      <p:pic>
        <p:nvPicPr>
          <p:cNvPr id="21" name="Image 0" descr="D:\claude_ai_game\presentation\package_b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548640"/>
            <a:ext cx="5577840" cy="57607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Proprietary &amp; Confidential — ATT Group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🔭  解决方案 &amp; 软件预开发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</a:rPr>
              <a:t>硬件修复路径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824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新显示屏已下单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9842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预计 1–2 周到货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682496"/>
            <a:ext cx="960120" cy="246888"/>
          </a:xfrm>
          <a:prstGeom prst="roundRect">
            <a:avLst>
              <a:gd name="adj" fmla="val 48148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682496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</a:rPr>
              <a:t>进行中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3099816"/>
            <a:ext cx="457200" cy="457200"/>
          </a:xfrm>
          <a:prstGeom prst="ellipse">
            <a:avLst/>
          </a:prstGeom>
          <a:solidFill>
            <a:srgbClr val="DDE3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0723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安装 &amp; WiFi 配置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37413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显示屏到货后重新配置热点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3072384"/>
            <a:ext cx="960120" cy="246888"/>
          </a:xfrm>
          <a:prstGeom prst="roundRect">
            <a:avLst>
              <a:gd name="adj" fmla="val 48148"/>
            </a:avLst>
          </a:prstGeom>
          <a:solidFill>
            <a:srgbClr val="F0F9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3072384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待完成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4489704"/>
            <a:ext cx="457200" cy="457200"/>
          </a:xfrm>
          <a:prstGeom prst="ellipse">
            <a:avLst/>
          </a:prstGeom>
          <a:solidFill>
            <a:srgbClr val="DDE3E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462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系统实际联调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7640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软件与机器人进行连接测试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4462272"/>
            <a:ext cx="960120" cy="246888"/>
          </a:xfrm>
          <a:prstGeom prst="roundRect">
            <a:avLst>
              <a:gd name="adj" fmla="val 48148"/>
            </a:avLst>
          </a:prstGeom>
          <a:solidFill>
            <a:srgbClr val="F0F9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4462272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待完成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806440" y="914400"/>
            <a:ext cx="54864" cy="5577840"/>
          </a:xfrm>
          <a:prstGeom prst="rect">
            <a:avLst/>
          </a:prstGeom>
          <a:solidFill>
            <a:srgbClr val="DDE3ED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0058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</a:rPr>
              <a:t>软件已提前完成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14173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利用 Claude Code 在硬件修复前完成全部 UI 开发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1920240"/>
            <a:ext cx="5486400" cy="594360"/>
          </a:xfrm>
          <a:prstGeom prst="roundRect">
            <a:avLst>
              <a:gd name="adj" fmla="val 1384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9202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完整控制系统 UI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2670048"/>
            <a:ext cx="5486400" cy="594360"/>
          </a:xfrm>
          <a:prstGeom prst="roundRect">
            <a:avLst>
              <a:gd name="adj" fmla="val 1384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67004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账号登录 / 注册系统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3419856"/>
            <a:ext cx="5486400" cy="594360"/>
          </a:xfrm>
          <a:prstGeom prst="roundRect">
            <a:avLst>
              <a:gd name="adj" fmla="val 1384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419856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机器人状态实时显示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0" y="4169664"/>
            <a:ext cx="5486400" cy="594360"/>
          </a:xfrm>
          <a:prstGeom prst="roundRect">
            <a:avLst>
              <a:gd name="adj" fmla="val 1384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4169664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导航指令 &amp; 地图可视化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35040" y="502920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51206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💡  策略优势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54406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软件已在硬件修复前完成开发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显示屏到货后可立即进行实际适配，节省整体项目时间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Proprietary &amp; Confidential — ATT Group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D:\claude_ai_game\presentation\ai_ga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0"/>
            <a:ext cx="597103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EA5E9"/>
                </a:solidFill>
              </a:rPr>
              <a:t>02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475569"/>
                </a:solidFill>
              </a:rPr>
              <a:t>PART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10972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291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生成游戏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AI-Generated Game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D:\claude_ai_game\presentation\ai_ga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ln/>
        </p:spPr>
      </p:sp>
      <p:sp>
        <p:nvSpPr>
          <p:cNvPr id="5" name="Text 2"/>
          <p:cNvSpPr/>
          <p:nvPr/>
        </p:nvSpPr>
        <p:spPr>
          <a:xfrm>
            <a:off x="6675120" y="457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🎮  Ball Dungeon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75120" y="1005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AI 辅助开发的完整浏览器游戏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75120" y="13716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🔗  demonster-retsnomed.github.io/Game_AI_generated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675120" y="1920240"/>
            <a:ext cx="5212080" cy="100584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39712" y="2084832"/>
            <a:ext cx="475488" cy="475488"/>
          </a:xfrm>
          <a:prstGeom prst="ellipse">
            <a:avLst/>
          </a:prstGeom>
          <a:solidFill>
            <a:srgbClr val="0EA5E9">
              <a:alpha val="8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812280" y="2039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06640" y="205740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多关卡模式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06640" y="235000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平台跳跃 · Roguelite · 地牢探索 · 无尽挑战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675120" y="3063240"/>
            <a:ext cx="5212080" cy="100584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39712" y="3227832"/>
            <a:ext cx="475488" cy="475488"/>
          </a:xfrm>
          <a:prstGeom prst="ellipse">
            <a:avLst/>
          </a:prstGeom>
          <a:solidFill>
            <a:srgbClr val="0EA5E9">
              <a:alpha val="8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812280" y="3182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06640" y="320040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账号系统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06640" y="349300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注册登录 · 3槽存档 · 跨设备同步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675120" y="4206240"/>
            <a:ext cx="5212080" cy="100584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39712" y="4370832"/>
            <a:ext cx="475488" cy="475488"/>
          </a:xfrm>
          <a:prstGeom prst="ellipse">
            <a:avLst/>
          </a:prstGeom>
          <a:solidFill>
            <a:srgbClr val="0EA5E9">
              <a:alpha val="8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812280" y="4325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406640" y="434340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排行榜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06640" y="463600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无尽模式最高层数 · Top 20 实时更新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75120" y="5349240"/>
            <a:ext cx="5212080" cy="1005840"/>
          </a:xfrm>
          <a:prstGeom prst="roundRect">
            <a:avLst>
              <a:gd name="adj" fmla="val 10909"/>
            </a:avLst>
          </a:prstGeom>
          <a:solidFill>
            <a:srgbClr val="F0F4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39712" y="5513832"/>
            <a:ext cx="475488" cy="475488"/>
          </a:xfrm>
          <a:prstGeom prst="ellipse">
            <a:avLst/>
          </a:prstGeom>
          <a:solidFill>
            <a:srgbClr val="0EA5E9">
              <a:alpha val="8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812280" y="5468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⚔️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406640" y="548640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BOSS战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406640" y="577900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护盾 / 弹幕 / 召唤三阶段 · 打败才能过关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Proprietary &amp; Confidential — ATT Group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🛠️  技术架构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Ball Dungeon — Tech Stack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926080" cy="3749040"/>
          </a:xfrm>
          <a:prstGeom prst="roundRect">
            <a:avLst>
              <a:gd name="adj" fmla="val 4375"/>
            </a:avLst>
          </a:prstGeom>
          <a:solidFill>
            <a:srgbClr val="F0F4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2926080" cy="548640"/>
          </a:xfrm>
          <a:prstGeom prst="roundRect">
            <a:avLst>
              <a:gd name="adj" fmla="val 23333"/>
            </a:avLst>
          </a:prstGeom>
          <a:solidFill>
            <a:srgbClr val="0EA5E9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前端 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3591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GitHub Pages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371600" y="2651760"/>
            <a:ext cx="1097280" cy="36576"/>
          </a:xfrm>
          <a:prstGeom prst="rect">
            <a:avLst/>
          </a:prstGeom>
          <a:solidFill>
            <a:srgbClr val="DDE3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HTML5 Canvas · 纯 JavaScript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无框架 · ~2,800 行代码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03320" y="1325880"/>
            <a:ext cx="2926080" cy="3749040"/>
          </a:xfrm>
          <a:prstGeom prst="roundRect">
            <a:avLst>
              <a:gd name="adj" fmla="val 4375"/>
            </a:avLst>
          </a:prstGeom>
          <a:solidFill>
            <a:srgbClr val="F0F4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1325880"/>
            <a:ext cx="2926080" cy="548640"/>
          </a:xfrm>
          <a:prstGeom prst="roundRect">
            <a:avLst>
              <a:gd name="adj" fmla="val 23333"/>
            </a:avLst>
          </a:prstGeom>
          <a:solidFill>
            <a:srgbClr val="D9770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1325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后端 Backend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23591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Cloudflare Workers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2651760"/>
            <a:ext cx="1097280" cy="36576"/>
          </a:xfrm>
          <a:prstGeom prst="rect">
            <a:avLst/>
          </a:prstGeom>
          <a:solidFill>
            <a:srgbClr val="DDE3ED"/>
          </a:solidFill>
          <a:ln/>
        </p:spPr>
      </p:sp>
      <p:sp>
        <p:nvSpPr>
          <p:cNvPr id="19" name="Text 17"/>
          <p:cNvSpPr/>
          <p:nvPr/>
        </p:nvSpPr>
        <p:spPr>
          <a:xfrm>
            <a:off x="3886200" y="27432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JWT-less Token 认证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PBKDF2 加密 · RESTful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325880"/>
            <a:ext cx="2926080" cy="3749040"/>
          </a:xfrm>
          <a:prstGeom prst="roundRect">
            <a:avLst>
              <a:gd name="adj" fmla="val 4375"/>
            </a:avLst>
          </a:prstGeom>
          <a:solidFill>
            <a:srgbClr val="F0F4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325880"/>
            <a:ext cx="2926080" cy="548640"/>
          </a:xfrm>
          <a:prstGeom prst="roundRect">
            <a:avLst>
              <a:gd name="adj" fmla="val 23333"/>
            </a:avLst>
          </a:prstGeom>
          <a:solidFill>
            <a:srgbClr val="16A34A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325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数据库 Database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86600" y="23591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Cloudflare D1 (SQLite)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63840" y="2651760"/>
            <a:ext cx="1097280" cy="36576"/>
          </a:xfrm>
          <a:prstGeom prst="rect">
            <a:avLst/>
          </a:prstGeom>
          <a:solidFill>
            <a:srgbClr val="DDE3ED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27432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账号 &amp; Token 存储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排行榜 &amp; 技能数据持久化</a:t>
            </a:r>
            <a:endParaRPr lang="en-US" sz="1000" dirty="0"/>
          </a:p>
        </p:txBody>
      </p:sp>
      <p:pic>
        <p:nvPicPr>
          <p:cNvPr id="27" name="Image 0" descr="D:\claude_ai_game\presentation\previous_fun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21240" y="1188720"/>
            <a:ext cx="1920240" cy="41148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457200" y="5349240"/>
            <a:ext cx="9144000" cy="1170432"/>
          </a:xfrm>
          <a:prstGeom prst="roundRect">
            <a:avLst>
              <a:gd name="adj" fmla="val 7813"/>
            </a:avLst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44068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🎓  学习价值 — 直接服务机器人开发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5760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掌握 Claude Code 完整工具链  ·  前后端分离架构设计  ·  API 安全认证  ·  数据库设计 &amp; 自动部署  ·  积累项目调试经验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Proprietary &amp; Confidential — ATT Group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EA5E9"/>
                </a:solidFill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475569"/>
                </a:solidFill>
              </a:rPr>
              <a:t>PART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0972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91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Claude Code 应用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Claude Code Usage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2286000"/>
            <a:ext cx="45720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0ea5e9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claude --help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init project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deploy ✓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🤖  Claude Code 学习与应用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起源于 Gabriel 组织的会议介绍，系统性学习 Claude Code 在网站开发和工程项目中的应用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</a:rPr>
              <a:t>核心能力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AI 辅助代码生成与快速迭代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783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95%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DDE3ED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84832"/>
            <a:ext cx="4777740" cy="18288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243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项目架构设计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6243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80%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DDE3E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926080"/>
            <a:ext cx="4023360" cy="18288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655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前后端联调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34655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75%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DDE3E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767328"/>
            <a:ext cx="3771900" cy="1828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3068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Token 成本控制策略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30682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85%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08576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DDE3ED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608576"/>
            <a:ext cx="4274820" cy="1828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1480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机器人系统应用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51480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60%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449824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DDE3E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449824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27" name="Image 0" descr="D:\claude_ai_game\presentation\previous_function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097280"/>
            <a:ext cx="5760720" cy="53035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126480" y="1097280"/>
            <a:ext cx="5760720" cy="5303520"/>
          </a:xfrm>
          <a:prstGeom prst="roundRect">
            <a:avLst>
              <a:gd name="adj" fmla="val 1724"/>
            </a:avLst>
          </a:prstGeom>
          <a:ln w="12700">
            <a:solidFill>
              <a:srgbClr val="DDE3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Proprietary &amp; Confidential — ATT Group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💰  Token 节省策略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三层调用体系 — 最大化效率，最小化成本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20040" cy="1051560"/>
          </a:xfrm>
          <a:prstGeom prst="roundRect">
            <a:avLst>
              <a:gd name="adj" fmla="val 22857"/>
            </a:avLst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600200"/>
            <a:ext cx="566928" cy="566928"/>
          </a:xfrm>
          <a:prstGeom prst="ellipse">
            <a:avLst/>
          </a:prstGeom>
          <a:solidFill>
            <a:srgbClr val="16A34A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19072" y="1463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零 Token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463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直接 Bash 命令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19072" y="18013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磁盘 · git · 端口 · 进程 · 版本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561320" y="164592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61320" y="1645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100%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33472"/>
            <a:ext cx="79552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33472"/>
            <a:ext cx="320040" cy="1051560"/>
          </a:xfrm>
          <a:prstGeom prst="roundRect">
            <a:avLst>
              <a:gd name="adj" fmla="val 22857"/>
            </a:avLst>
          </a:prstGeom>
          <a:solidFill>
            <a:srgbClr val="0EA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2862072"/>
            <a:ext cx="566928" cy="566928"/>
          </a:xfrm>
          <a:prstGeom prst="ellipse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620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19072" y="27249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本地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2724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</a:rPr>
              <a:t>Ollama + free-scanner MCP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19072" y="30632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扫描项目 · 总结代码 · 解释报错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09560" y="2907792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29077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80–95%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95344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895344"/>
            <a:ext cx="320040" cy="1051560"/>
          </a:xfrm>
          <a:prstGeom prst="roundRect">
            <a:avLst>
              <a:gd name="adj" fmla="val 22857"/>
            </a:avLst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" y="4123944"/>
            <a:ext cx="566928" cy="566928"/>
          </a:xfrm>
          <a:prstGeom prst="ellipse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1239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19072" y="39867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精准操作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39867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</a:rPr>
              <a:t>Grep + Edit 定点修改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719072" y="43251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已知位置直接操作，不读整个文件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57800" y="416966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41696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60–80%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157216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157216"/>
            <a:ext cx="320040" cy="1051560"/>
          </a:xfrm>
          <a:prstGeom prst="roundRect">
            <a:avLst>
              <a:gd name="adj" fmla="val 22857"/>
            </a:avLst>
          </a:prstGeom>
          <a:solidFill>
            <a:srgbClr val="94A3B8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5840" y="5385816"/>
            <a:ext cx="566928" cy="566928"/>
          </a:xfrm>
          <a:prstGeom prst="ellipse">
            <a:avLst/>
          </a:prstGeom>
          <a:solidFill>
            <a:srgbClr val="94A3B8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5385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719072" y="52486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40480" y="52486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Claude Code 完整推理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719072" y="558698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新功能设计 · 复杂架构 · 跨文件逻辑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606040" y="5431536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54315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基准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Proprietary &amp; Confidential — ATT Group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D:\claude_ai_game\presentation\robot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0"/>
            <a:ext cx="533095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/>
        </p:spPr>
      </p:sp>
      <p:sp>
        <p:nvSpPr>
          <p:cNvPr id="5" name="Text 2"/>
          <p:cNvSpPr/>
          <p:nvPr/>
        </p:nvSpPr>
        <p:spPr>
          <a:xfrm>
            <a:off x="731520" y="20116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谢谢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731520" y="3063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A5E9"/>
                </a:solidFill>
              </a:rPr>
              <a:t>Thank You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31520" y="3840480"/>
            <a:ext cx="14630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以上为本阶段工作汇报，欢迎提问与反馈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ATT Group  ·  35 Ubi Crescent, ATT Building, Singapore 408585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Proprietary &amp; Confidential — ATT Group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2026-05-20T02:00:18Z</dcterms:created>
  <dcterms:modified xsi:type="dcterms:W3CDTF">2026-05-20T02:00:18Z</dcterms:modified>
</cp:coreProperties>
</file>